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eiryo UI"/>
              </a:rPr>
              <a:t>パート従業員向け
シフト管理システム 操作マニュアル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74F6D"/>
                </a:solidFill>
                <a:latin typeface="Meiryo UI"/>
              </a:rPr>
              <a:t>～ シフト希望の提出から確定スケジュール確認まで 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eiryo UI"/>
              </a:rPr>
              <a:t>2026年2月改訂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01. システム概要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02. ログインとホーム画面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03. シフト提出の全体フロー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72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04. 期間選択画面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568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05. シフト希望提出画面①（画面構成）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568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06. シフト希望提出画面②（日程の入力）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408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07. ヒートマップの見方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408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08. 休みの理由区分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249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09. 代理休みの手順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249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10. 備考・コメントの入力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11. 提出ボタンと注意事項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12. 提出状況確認画面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93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13. 確定シフトの確認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93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14. LINE連携の設定方法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7705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15. 通知設定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7705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16. ルールと規則の概要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611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17. よくある質問 (Q&amp;A)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システム概要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このシステムでできること: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2週間単位でシフト希望をオンラインで提出できます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ヒートマップで職場全体の人員状況をリアルタイム確認できます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管理者からの通知（LINE / メール）を受け取れます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確定後のシフトスケジュールをいつでも確認できます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対象者: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パート・アルバイト従業員（全員）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動作環境: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スマートフォン・タブレット・PC のブラウザ（Chrome 推奨）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社内 URL または管理者から通知された URL でアクセス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ログインとホーム画面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ブラウザで URL にアクセス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管理者から通知された URL を入力してください（例: https://xxxx.com/login/）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ユーザー名 と パスワード を入力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初回ログイン時のパスワードは管理者に確認してください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「ログイン」ボタンをクリック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ログインするとホーム画面（シフト提出メニュー）が表示されます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ホーム画面を確認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「シフト提出」「確定スケジュール」「通知設定」などのメニューが表示されます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シフト提出の全体フロー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期間選択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募集中の期間カードを選択します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日程入力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各日付の出勤 / 休みを入力し、理由や備考を記入します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「提出する」ボタンをクリック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提出完了後、ステータスが「提出済み」になります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947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管理者による審査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管理者が内容を確認し、承認または返却します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776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77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確定スケジュール確認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251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PUBLISHED 後、確定スケジュール画面で自分の割当を確認します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期間選択画面 ─ ステータスバッジの見方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6459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募集中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80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現在シフト希望を受け付けています。提出期限内に提出してください。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38528"/>
            <a:ext cx="1645920" cy="4572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未提出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385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提出期限が過ぎていますが、まだ提出していません。速やかに提出を。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96896"/>
            <a:ext cx="16459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968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再提出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968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管理者から返却されました。コメントを確認して再提出してください。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55264"/>
            <a:ext cx="16459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5526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提出済み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552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提出が完了しています。承認・確定を待ちましょう。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13632"/>
            <a:ext cx="16459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136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確定済み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9136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シフトが確定されました。確定スケジュール画面で確認できます。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シフト希望提出画面①（画面構成）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画面上部に表示される情報: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対象期間: シフト希望を提出する2週間の開始日〜終了日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提出締切: この日時までに提出しないと変更が困難になります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勤務形態: フルタイム / パート など自分の区分が表示されます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カレンダー形式で日付ごとに入力欄が表示されます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画面下部にヒートマップと職場全体の人員状況が表示されます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重要: 締切日時を必ず確認してから入力を開始しましょう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シフト希望提出画面②（日程の入力）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各日付の入力方法: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「出勤」「休み」のいずれかをタップ / クリックして選択します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「休み」を選択した場合、理由区分（私用 / 収入調整 など）を選びます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日付ごとにコメントを入力できます（任意）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入力のコツ: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出勤できる日はできるだけ「出勤」を選択してください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ヒートマップが赤い日は人員不足です。出勤への変更を検討してください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入力途中でも自動保存されます（「下書き保存」ボタン不要）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注意: 会社指定の休日（公休）は自動的にグレーアウト表示されます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ヒートマップの見方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10881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A34A"/>
                </a:solidFill>
                <a:latin typeface="Meiryo UI"/>
              </a:rPr>
              <a:t>緑 (OK)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出勤者数が目標を達成しています。そのまま提出できます。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65760" cy="109728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10881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A8A04"/>
                </a:solidFill>
                <a:latin typeface="Meiryo UI"/>
              </a:rPr>
              <a:t>黄 (注意)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やや人数が不足しています。可能であれば出勤に変更を検討してください。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36576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10881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49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Meiryo UI"/>
              </a:rPr>
              <a:t>赤 (危険)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深刻な人員不足です。可能な限り出勤への変更に協力してください。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365760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846320"/>
            <a:ext cx="10881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937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A580C"/>
                </a:solidFill>
                <a:latin typeface="Meiryo UI"/>
              </a:rPr>
              <a:t>橙 (運転不足)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49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ドライバー要員が不足しています。ドライバー資格保有者は出勤を優先してください。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休みの理由区分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56032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私用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188720"/>
            <a:ext cx="8869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3258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個人的な用事・予定による休み。理由を問われない最も一般的な区分です。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256032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収入調整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194560"/>
            <a:ext cx="8869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331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扶養内勤務などで収入を一定額以下に抑えるための休みです。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256032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337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代理休み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200400"/>
            <a:ext cx="8869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3375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他の従業員の代わりに休む場合に選択します。代替者の指定が必要です。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256032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343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冠婚葬祭・療養入院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4206240"/>
            <a:ext cx="8869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343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結婚式・葬儀・入院・療養など、特別な事情による休みです。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代理休みの手順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休みの理由で「代理休み」を選択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日付ごとの理由区分から「代理休み」を選んでください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代替者（代わりに出勤する人）を選択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リストから代替者の名前を選択します。事前に当該従業員と合意してください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備考欄に状況を記入（推奨）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「〇〇さんと交代のため」などコメントを添えると管理者が確認しやすくなります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提出する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代替者にも通知が送られます。双方のシフトが連動して管理されます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備考・コメントの入力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2種類のコメント欄があります: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【日付別コメント】: 各日付の入力欄の下にあるテキスト欄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    例: 「午前のみ可」「遅刻の可能性あり」など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【全体備考】: ページ下部にある全体向けのコメント欄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    例: 「今月は研修のため木曜は終日不可です」など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コメントは管理者のみ閲覧します。他の従業員には表示されません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日本語・英語どちらでも入力可能です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入力は任意ですが、管理者への伝達事項がある場合は積極的に活用してください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提出ボタンと注意事項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「提出する」ボタンについて: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全日付の入力が完了したら、ページ下部の「提出する」ボタンをクリックします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提出完了後、確認メッセージが表示されます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ステータスが「提出済み」に変わったことを確認してください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締切後の変更について: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提出締切を過ぎると「提出する」ボタンが非表示になります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締切後の修正は管理者への連絡が必要です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管理者が「返却」した場合のみ、再提出が可能になります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注意: 提出前にすべての日付を入力したか必ず確認してください！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提出状況確認画面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メニューの「提出状況」から確認できます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表示されるステータス: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提出済み: 管理者の審査を待っている状態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承認済み: 管理者が内容を承認しました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返却: 修正が必要です。管理者メモを確認してください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管理者メモの確認方法: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「返却」ステータスの場合、行をクリックすると管理者からのメモが表示されます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メモの内容に従って修正し、再提出してください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確定シフトの確認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確定スケジュール画面の開き方: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ホーム画面の「確定スケジュール」をクリックします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確認したい期間を選択します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画面の見方: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自分の割当は【青太字】で強調表示されます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他の従業員の割当はグレー表示されます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会社の公休日はグレー背景で表示されます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注意: 確定後の変更は管理者への申請が必要です。直接変更はできません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LINE連携の設定方法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通知設定画面を開く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ホーム画面の「通知設定」または「プロフィール設定」をクリック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「LINE連携コードを発行」ボタンをクリック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画面に8桁の連携コードが表示されます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LINE アプリでコードを送信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LINEで「シフト管理 公式アカウント」に友達追加し、連携コードを送信します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Meiryo UI"/>
              </a:rPr>
              <a:t>連携完了を確認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「LINE連携済み」と表示されれば設定完了です。以後LINEで通知を受け取れます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通知設定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48640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 UI"/>
              </a:rPr>
              <a:t>LINE通知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548640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 UI"/>
              </a:rPr>
              <a:t>メール通知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連携済みの場合、以下のタイミングで通知: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・ 募集開始時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682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・ 締切リマインダー（締切3日前）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523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・ 承認 / 返却 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36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・ 確定シフト公開時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設定画面でON/OFFを切り替え可能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登録メールアドレスに通知を送信: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84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・ LINE通知と同じタイミング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682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・ メールアドレスはプロフィール設定で変更可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523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・ 設定画面でON/OFFを切り替え可能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36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LINE・メール両方ONにすることも可能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ルールと規則の概要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提出単位と期間: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シフト希望は【2週間単位】で提出します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期間の開始日・終了日・締切は管理者が設定します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締切の厳守: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提出締切を必ず守ってください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締切後の変更は管理者の許可が必要です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ヒートマップ赤表示の日の協力義務: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赤表示の日は人員が危機的に不足しています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可能な限り「出勤」への変更にご協力ください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その他: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代理休みは必ず代替者と事前に合意してから入力してください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不明点は管理者に直接お問い合わせください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よくある質問 (Q&amp;A)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Q: 締切を過ぎてしまいました。どうすればよいですか？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A: 管理者に直接連絡してください。管理者が代理入力または期間を再オープンします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Q: 「返却」されました。何をすればよいですか？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A: ステータスをクリックして管理者メモを確認し、内容を修正して再提出してください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Q: パスワードを忘れました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A: 管理者に連絡し、パスワードリセットを依頼してください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Q: スマホで表示が崩れます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A: Chrome ブラウザの最新版をお試しください。または PC でのアクセスをお試しください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Q: LINE通知が届きません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A: LINE連携の設定を確認してください。未連携の場合は手順16を参照してください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