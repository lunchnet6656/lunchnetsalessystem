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eiryo UI"/>
              </a:rPr>
              <a:t>管理者向け
シフト管理システム 操作マニュアル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374F6D"/>
                </a:solidFill>
                <a:latin typeface="Meiryo UI"/>
              </a:rPr>
              <a:t>～ 期間管理・承認・スケジュール確定の手引き 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Meiryo UI"/>
              </a:rPr>
              <a:t>2026年2月改訂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目次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01. システム概要と管理者権限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02. 期間の作成と管理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03. 従業員への通知送信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727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04. 提出一覧の確認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5681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05. 提出内容の承認・返却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5681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06. ダッシュボード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408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07. 日別シフト割り当て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408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08. 代理入力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249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09. 従業員プロファイル管理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249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10. 会社休日の設定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11. CSV 出力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Meiryo UI"/>
              </a:rPr>
              <a:t>12. ステータス遷移まとめ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システム概要と管理者権限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1097280"/>
            <a:ext cx="54864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486400" cy="41148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eiryo UI"/>
              </a:rPr>
              <a:t>管理者ができること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97280"/>
            <a:ext cx="5486400" cy="41148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1155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eiryo UI"/>
              </a:rPr>
              <a:t>従業員との違い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シフト希望期間の作成・管理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842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従業員への通知送信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6829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提出内容の承認 / 返却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5234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シフトの確定と公開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363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日別シフト割り当て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20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代理入力（締切後も可）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044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従業員プロファイルの編集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8853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会社休日の設定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7258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CSV データ出力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全従業員の提出状況を閲覧可能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9842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期間のステータスを変更可能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36829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提出締切後も入力・修正が可能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75234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管理者メモを記入して返却可能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1363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ドライバー設定など属性を変更可能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520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システム全体の設定を変更可能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期間の作成と管理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Meiryo UI"/>
              </a:rPr>
              <a:t>管理者メニュー → 「期間管理」を開く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サイドバーまたはヘッダーの管理者メニューからアクセスします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231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Meiryo UI"/>
              </a:rPr>
              <a:t>「新規期間作成」ボタンをクリック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94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開始日・終了日・提出締切日時を入力します（通常2週間単位）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1089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560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Meiryo UI"/>
              </a:rPr>
              <a:t>期間を保存し OPEN ステータスに設定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80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保存後、ステータスを OPEN にすると従業員への募集が開始されます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7947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246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Meiryo UI"/>
              </a:rPr>
              <a:t>締切後に REVIEW ステータスへ変更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566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締切後、提出内容を確認しながら承認・返却を行います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77640"/>
            <a:ext cx="50292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977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931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Meiryo UI"/>
              </a:rPr>
              <a:t>全員承認後に FIXED → PUBLISHED へ変更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251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PUBLISHED にすると従業員が確定スケジュールを閲覧できます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期間のステータス遷移</a:t>
            </a:r>
          </a:p>
        </p:txBody>
      </p:sp>
      <p:sp>
        <p:nvSpPr>
          <p:cNvPr id="5" name="Rectangle 4"/>
          <p:cNvSpPr/>
          <p:nvPr/>
        </p:nvSpPr>
        <p:spPr>
          <a:xfrm>
            <a:off x="882396" y="1828800"/>
            <a:ext cx="219456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2396" y="1828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OPEN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76956" y="2176272"/>
            <a:ext cx="548640" cy="219456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76956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Meiryo UI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3625596" y="1828800"/>
            <a:ext cx="2194560" cy="9144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5596" y="1828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20156" y="2176272"/>
            <a:ext cx="548640" cy="219456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0156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Meiryo U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8796" y="1828800"/>
            <a:ext cx="2194560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8796" y="1828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FIXED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63356" y="2176272"/>
            <a:ext cx="548640" cy="219456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3356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Meiryo U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11996" y="1828800"/>
            <a:ext cx="2194560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1996" y="1828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PUBLISHED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" y="33832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Meiryo UI"/>
              </a:rPr>
              <a:t>募集中: 従業員がシフト希望を提出できる状態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5596" y="33832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Meiryo UI"/>
              </a:rPr>
              <a:t>審査中: 提出締切後、管理者が内容を確認・承認する状態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8796" y="33832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Meiryo UI"/>
              </a:rPr>
              <a:t>確定済み: 管理者がシフトを確定。公開前の最終確認状態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1996" y="33832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Meiryo UI"/>
              </a:rPr>
              <a:t>公開済み: 確定シフトを全従業員が閲覧可能な状態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従業員への通知送信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通知の種類: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【募集開始通知】: 期間を OPEN にしたタイミングで一斉送信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【リマインダー通知】: 締切3日前、または任意のタイミングで送信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【個別通知】: 特定の従業員にのみ送信することも可能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送信手順: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対象期間の「通知」ボタンをクリック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送信対象（全員 / 未提出者のみ / 個別）を選択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メッセージを確認して「送信」ボタンをクリック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通知チャネル: LINE / メール（従業員の設定に応じて自動選択）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提出一覧の確認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「提出一覧」画面の開き方: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対象期間の詳細画面から「提出一覧」タブを選択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一覧で確認できる情報: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従業員名・提出日時・ステータス（提出済 / 未提出 / 返却済）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提出内容の簡易サマリー（出勤希望日数 など）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フィルタ機能: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「未提出者のみ表示」で締切前のフォローアップが簡単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勤務形態別（フルタイム / パート）でフィルタリング可能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各行をクリックすると提出内容の詳細が確認できます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提出内容の承認・返却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Meiryo UI"/>
              </a:rPr>
              <a:t>提出一覧から対象従業員の行をクリック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提出された日程・理由・コメントが一覧表示されます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231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Meiryo UI"/>
              </a:rPr>
              <a:t>内容を確認する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94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ヒートマップで人員バランスを見ながら各日程を確認します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1089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560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Meiryo UI"/>
              </a:rPr>
              <a:t>「承認」または「返却」を選択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80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問題なければ「承認」。修正が必要な場合は「返却」を選択します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246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Meiryo UI"/>
              </a:rPr>
              <a:t>返却の場合: 管理者メモを入力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566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修正してほしい内容を具体的に記載してください。従業員に通知が届きます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ダッシュボード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ダッシュボードで確認できる情報: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スタッフィング状況: 日別の出勤予定者数と目標人数の比較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危険日のハイライト: 目標を下回る日が赤でハイライト表示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ドライバー不足日: ドライバー要員が不足している日がオレンジ表示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未提出者数: まだ提出していない従業員数のカウント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活用方法: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赤ハイライトの日付を確認し、該当日の承認判断に活用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未提出者が多い場合はリマインダー通知を送信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特定日の人数が不足している場合は、休み申請を返却して調整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日別シフト割り当て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Meiryo UI"/>
              </a:rPr>
              <a:t>ダッシュボードまたはカレンダーから対象日をクリック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その日の全売り場と割当状況が表示されます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231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Meiryo UI"/>
              </a:rPr>
              <a:t>売り場（ポジション）を選択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94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割り当てたい売り場の「＋」ボタンをクリックします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1089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560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Meiryo UI"/>
              </a:rPr>
              <a:t>従業員を選択して割り当て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80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出勤希望者リストから選択。ドラッグ＆ドロップでも移動できます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246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Meiryo UI"/>
              </a:rPr>
              <a:t>保存する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566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割り当てを完了したら「保存」ボタンをクリックします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代理入力（締切後の管理者による入力）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代理入力が必要なケース: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従業員が締切に間に合わなかった場合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従業員がシステムを利用できない状況の場合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代理入力の手順: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提出一覧で対象従業員の行を確認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「代理入力」ボタンをクリック（管理者のみ表示）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通常の提出画面と同様に日程を入力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  ◦  「管理者代理入力」のラベルが付いて保存されます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eiryo UI"/>
              </a:rPr>
              <a:t>  ●  注意: 代理入力後も従業員に通知が送信されます。入力内容を本人に伝えてください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従業員プロファイル管理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1097280"/>
            <a:ext cx="54864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486400" cy="41148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eiryo UI"/>
              </a:rPr>
              <a:t>編集できる項目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97280"/>
            <a:ext cx="5486400" cy="41148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1155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eiryo UI"/>
              </a:rPr>
              <a:t>編集手順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勤務形態（フルタイム / パート 等）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842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固定曜日（毎週固定で出勤する曜日）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6829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ドライバー設定（ON / OFF）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5234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メールアドレス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363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LINE連携状態の確認・リセット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20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通知設定（LINE / メール）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管理者メニュー → 「従業員管理」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9842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対象従業員の行をクリック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6829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「編集」ボタンをクリック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75234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各項目を変更して保存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1363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 UI"/>
              </a:rPr>
              <a:t>● 変更内容は即時反映されます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会社休日の設定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Meiryo UI"/>
              </a:rPr>
              <a:t>管理者メニュー → 「会社休日設定」を開く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年間カレンダーが表示されます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231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Meiryo UI"/>
              </a:rPr>
              <a:t>休日として追加したい日付をクリック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94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クリックするとその日が会社休日としてマーク（グレー表示）されます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1089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560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Meiryo UI"/>
              </a:rPr>
              <a:t>休日の削除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80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設定済みの休日をクリックすると解除できます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246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Meiryo UI"/>
              </a:rPr>
              <a:t>保存する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566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「保存」ボタンをクリックすると全従業員のシフト画面に反映されます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CSV 出力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Meiryo UI"/>
              </a:rPr>
              <a:t>対象期間の詳細画面を開く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CSVで出力したい期間を選択します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231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Meiryo UI"/>
              </a:rPr>
              <a:t>「CSV ダウンロード」ボタンをクリック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94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画面上部または提出一覧タブ内にあります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108960"/>
            <a:ext cx="109728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560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Meiryo UI"/>
              </a:rPr>
              <a:t>出力内容を選択（オプション）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80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「全従業員」「提出済み」「承認済み」などフィルタを選べる場合があります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246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Meiryo UI"/>
              </a:rPr>
              <a:t>ファイルをダウンロード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566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F6D"/>
                </a:solidFill>
                <a:latin typeface="Meiryo UI"/>
              </a:rPr>
              <a:t>ブラウザのダウンロードフォルダに CSV ファイルが保存されます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 UI"/>
              </a:rPr>
              <a:t>シフト管理システム 操作マニュアル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